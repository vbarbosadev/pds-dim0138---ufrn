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pt-BR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/>
  <p:outlineViewPr/>
  <p:notesTextViewPr/>
  <p:sorterViewPr/>
  <p:extLst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" Target="slides/slide8.xml"/>
  <Relationship Id="rId9" Type="http://schemas.openxmlformats.org/officeDocument/2006/relationships/slide" Target="slides/slide9.xml"/>
  <Relationship Id="rId10" Type="http://schemas.openxmlformats.org/officeDocument/2006/relationships/slide" Target="slides/slide10.xml"/>
  <Relationship Id="rId11" Type="http://schemas.openxmlformats.org/officeDocument/2006/relationships/slideMaster" Target="slideMasters/slideMaster1.xml"/>
  <Relationship Id="rId12" Type="http://schemas.openxmlformats.org/officeDocument/2006/relationships/presProps" Target="presProps.xml"/>
  <Relationship Id="rId13" Type="http://schemas.openxmlformats.org/officeDocument/2006/relationships/viewProps" Target="viewProps.xml"/>
  <Relationship Id="rId14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AndContent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>
      <a:lvl1pPr algn="l">
        <a:defRPr sz="2800" b="1"/>
      </a:lvl1pPr>
    </p:titleStyle>
    <p:bodyStyle>
      <a:lvl1pPr marL="342900" indent="-285750">
        <a:buChar char="•"/>
        <a:defRPr sz="2200"/>
      </a:lvl1pPr>
    </p:bodyStyle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457200" y="274638"/>
            <a:ext cx="8229600" cy="914400"/>
          </a:xfrm>
        </p:spPr>
        <p:txBody>
          <a:bodyPr/>
          <a:lstStyle/>
          <a:p>
            <a:r>
              <a:rPr lang="pt-BR" sz="2800" b="1"/>
              <a:t>Apresentacao de Padroes</a:t>
            </a:r>
            <a:endParaRPr lang="pt-BR" sz="2800"/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>
            <a:off x="685800" y="1417320"/>
            <a:ext cx="8458200" cy="4267200"/>
          </a:xfrm>
        </p:spPr>
        <p:txBody>
          <a:bodyPr wrap="square"/>
          <a:lstStyle/>
          <a:p>
            <a:pPr marL="342900" indent="-285750">
              <a:buChar char="•"/>
            </a:pPr>
            <a:r>
              <a:rPr lang="pt-BR" sz="2200"/>
              <a:t>Disciplina: Padroes de Projeto</a:t>
            </a:r>
          </a:p>
          <a:p>
            <a:pPr marL="342900" indent="-285750">
              <a:buChar char="•"/>
            </a:pPr>
            <a:r>
              <a:rPr lang="pt-BR" sz="2200"/>
              <a:t>Grupo estudou Chain of Responsibility e Flyweight</a:t>
            </a:r>
          </a:p>
          <a:p>
            <a:pPr marL="342900" indent="-285750">
              <a:buChar char="•"/>
            </a:pPr>
            <a:r>
              <a:rPr lang="pt-BR" sz="2200"/>
              <a:t>Todos os integrantes participam da explicacao e da demo</a:t>
            </a:r>
          </a:p>
          <a:p>
            <a:pPr marL="342900" indent="-285750">
              <a:buChar char="•"/>
            </a:pPr>
            <a:r>
              <a:rPr lang="pt-BR" sz="2200"/>
              <a:t>Objetivo: mostrar conceito, estrutura e exemplo executavel em Java</a:t>
            </a:r>
          </a:p>
          <a:endParaRPr lang="pt-BR" sz="2200"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457200" y="274638"/>
            <a:ext cx="8229600" cy="914400"/>
          </a:xfrm>
        </p:spPr>
        <p:txBody>
          <a:bodyPr/>
          <a:lstStyle/>
          <a:p>
            <a:r>
              <a:rPr lang="pt-BR" sz="2800" b="1"/>
              <a:t>Chain of Responsibility: Motivation e Applicability</a:t>
            </a:r>
            <a:endParaRPr lang="pt-BR" sz="2800"/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>
            <a:off x="685800" y="1417320"/>
            <a:ext cx="8458200" cy="4267200"/>
          </a:xfrm>
        </p:spPr>
        <p:txBody>
          <a:bodyPr wrap="square"/>
          <a:lstStyle/>
          <a:p>
            <a:pPr marL="342900" indent="-285750">
              <a:buChar char="•"/>
            </a:pPr>
            <a:r>
              <a:rPr lang="pt-BR" sz="2200"/>
              <a:t>Evita concentrar toda decisao em um unico bloco de if/else</a:t>
            </a:r>
          </a:p>
          <a:p>
            <a:pPr marL="342900" indent="-285750">
              <a:buChar char="•"/>
            </a:pPr>
            <a:r>
              <a:rPr lang="pt-BR" sz="2200"/>
              <a:t>Uma solicitacao pode ser tratada por diferentes niveis de atendimento</a:t>
            </a:r>
          </a:p>
          <a:p>
            <a:pPr marL="342900" indent="-285750">
              <a:buChar char="•"/>
            </a:pPr>
            <a:r>
              <a:rPr lang="pt-BR" sz="2200"/>
              <a:t>Aplicavel a suporte, aprovacao, validacao e processamento em etapas</a:t>
            </a:r>
          </a:p>
          <a:p>
            <a:pPr marL="342900" indent="-285750">
              <a:buChar char="•"/>
            </a:pPr>
            <a:r>
              <a:rPr lang="pt-BR" sz="2200"/>
              <a:t>O cliente envia a requisicao ao primeiro elo da cadeia</a:t>
            </a:r>
          </a:p>
          <a:endParaRPr lang="pt-BR" sz="2200"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457200" y="274638"/>
            <a:ext cx="8229600" cy="914400"/>
          </a:xfrm>
        </p:spPr>
        <p:txBody>
          <a:bodyPr/>
          <a:lstStyle/>
          <a:p>
            <a:r>
              <a:rPr lang="pt-BR" sz="2800" b="1"/>
              <a:t>Chain of Responsibility: Structure, Participants e Collaborations</a:t>
            </a:r>
            <a:endParaRPr lang="pt-BR" sz="2800"/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>
            <a:off x="685800" y="1417320"/>
            <a:ext cx="8458200" cy="4267200"/>
          </a:xfrm>
        </p:spPr>
        <p:txBody>
          <a:bodyPr wrap="square"/>
          <a:lstStyle/>
          <a:p>
            <a:pPr marL="342900" indent="-285750">
              <a:buChar char="•"/>
            </a:pPr>
            <a:r>
              <a:rPr lang="pt-BR" sz="2200"/>
              <a:t>Structure: Cliente -&gt; Bot -&gt; N1 -&gt; N2 -&gt; Gerente</a:t>
            </a:r>
          </a:p>
          <a:p>
            <a:pPr marL="342900" indent="-285750">
              <a:buChar char="•"/>
            </a:pPr>
            <a:r>
              <a:rPr lang="pt-BR" sz="2200"/>
              <a:t>Handler define setNext() e handle()</a:t>
            </a:r>
          </a:p>
          <a:p>
            <a:pPr marL="342900" indent="-285750">
              <a:buChar char="•"/>
            </a:pPr>
            <a:r>
              <a:rPr lang="pt-BR" sz="2200"/>
              <a:t>Handlers concretos resolvem ou encaminham o ticket</a:t>
            </a:r>
          </a:p>
          <a:p>
            <a:pPr marL="342900" indent="-285750">
              <a:buChar char="•"/>
            </a:pPr>
            <a:r>
              <a:rPr lang="pt-BR" sz="2200"/>
              <a:t>Cada elo colabora decidindo se trata ou repassa a solicitacao</a:t>
            </a:r>
          </a:p>
          <a:endParaRPr lang="pt-BR" sz="2200"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457200" y="274638"/>
            <a:ext cx="8229600" cy="914400"/>
          </a:xfrm>
        </p:spPr>
        <p:txBody>
          <a:bodyPr/>
          <a:lstStyle/>
          <a:p>
            <a:r>
              <a:rPr lang="pt-BR" sz="2800" b="1"/>
              <a:t>Chain of Responsibility: Consequences e codigo</a:t>
            </a:r>
            <a:endParaRPr lang="pt-BR" sz="2800"/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>
            <a:off x="685800" y="1417320"/>
            <a:ext cx="8458200" cy="4267200"/>
          </a:xfrm>
        </p:spPr>
        <p:txBody>
          <a:bodyPr wrap="square"/>
          <a:lstStyle/>
          <a:p>
            <a:pPr marL="342900" indent="-285750">
              <a:buChar char="•"/>
            </a:pPr>
            <a:r>
              <a:rPr lang="pt-BR" sz="2200"/>
              <a:t>Baixo acoplamento entre o cliente e quem resolve o problema</a:t>
            </a:r>
          </a:p>
          <a:p>
            <a:pPr marL="342900" indent="-285750">
              <a:buChar char="•"/>
            </a:pPr>
            <a:r>
              <a:rPr lang="pt-BR" sz="2200"/>
              <a:t>Fluxo extensivel com novos handlers</a:t>
            </a:r>
          </a:p>
          <a:p>
            <a:pPr marL="342900" indent="-285750">
              <a:buChar char="•"/>
            </a:pPr>
            <a:r>
              <a:rPr lang="pt-BR" sz="2200"/>
              <a:t>Cadeias longas podem dificultar rastreamento</a:t>
            </a:r>
          </a:p>
          <a:p>
            <a:pPr marL="342900" indent="-285750">
              <a:buChar char="•"/>
            </a:pPr>
            <a:r>
              <a:rPr lang="pt-BR" sz="2200"/>
              <a:t>Demo: ticket simples no Bot, intermediario em N1/N2 e critico no Gerente</a:t>
            </a:r>
          </a:p>
          <a:endParaRPr lang="pt-BR" sz="2200"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457200" y="274638"/>
            <a:ext cx="8229600" cy="914400"/>
          </a:xfrm>
        </p:spPr>
        <p:txBody>
          <a:bodyPr/>
          <a:lstStyle/>
          <a:p>
            <a:r>
              <a:rPr lang="pt-BR" sz="2800" b="1"/>
              <a:t>Flyweight: Motivation e Applicability</a:t>
            </a:r>
            <a:endParaRPr lang="pt-BR" sz="2800"/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>
            <a:off x="685800" y="1417320"/>
            <a:ext cx="8458200" cy="4267200"/>
          </a:xfrm>
        </p:spPr>
        <p:txBody>
          <a:bodyPr wrap="square"/>
          <a:lstStyle/>
          <a:p>
            <a:pPr marL="342900" indent="-285750">
              <a:buChar char="•"/>
            </a:pPr>
            <a:r>
              <a:rPr lang="pt-BR" sz="2200"/>
              <a:t>Evita repetir os mesmos dados em muitos objetos parecidos</a:t>
            </a:r>
          </a:p>
          <a:p>
            <a:pPr marL="342900" indent="-285750">
              <a:buChar char="•"/>
            </a:pPr>
            <a:r>
              <a:rPr lang="pt-BR" sz="2200"/>
              <a:t>Varios tickets usam a mesma categoria, prioridade e SLA</a:t>
            </a:r>
          </a:p>
          <a:p>
            <a:pPr marL="342900" indent="-285750">
              <a:buChar char="•"/>
            </a:pPr>
            <a:r>
              <a:rPr lang="pt-BR" sz="2200"/>
              <a:t>Aplicavel a cenarios com muitos objetos pequenos e estado compartilhavel</a:t>
            </a:r>
          </a:p>
          <a:p>
            <a:pPr marL="342900" indent="-285750">
              <a:buChar char="•"/>
            </a:pPr>
            <a:r>
              <a:rPr lang="pt-BR" sz="2200"/>
              <a:t>Separa estado intrinseco do estado extrinseco</a:t>
            </a:r>
          </a:p>
          <a:endParaRPr lang="pt-BR" sz="2200"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457200" y="274638"/>
            <a:ext cx="8229600" cy="914400"/>
          </a:xfrm>
        </p:spPr>
        <p:txBody>
          <a:bodyPr/>
          <a:lstStyle/>
          <a:p>
            <a:r>
              <a:rPr lang="pt-BR" sz="2800" b="1"/>
              <a:t>Flyweight: Structure, Participants e Collaborations</a:t>
            </a:r>
            <a:endParaRPr lang="pt-BR" sz="2800"/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>
            <a:off x="685800" y="1417320"/>
            <a:ext cx="8458200" cy="4267200"/>
          </a:xfrm>
        </p:spPr>
        <p:txBody>
          <a:bodyPr wrap="square"/>
          <a:lstStyle/>
          <a:p>
            <a:pPr marL="342900" indent="-285750">
              <a:buChar char="•"/>
            </a:pPr>
            <a:r>
              <a:rPr lang="pt-BR" sz="2200"/>
              <a:t>Ticket usa TicketType e TicketTypeFactory reaproveita instancias</a:t>
            </a:r>
          </a:p>
          <a:p>
            <a:pPr marL="342900" indent="-285750">
              <a:buChar char="•"/>
            </a:pPr>
            <a:r>
              <a:rPr lang="pt-BR" sz="2200"/>
              <a:t>TicketType guarda categoria, prioridade e SLA</a:t>
            </a:r>
          </a:p>
          <a:p>
            <a:pPr marL="342900" indent="-285750">
              <a:buChar char="•"/>
            </a:pPr>
            <a:r>
              <a:rPr lang="pt-BR" sz="2200"/>
              <a:t>Ticket guarda id, cliente e descricao</a:t>
            </a:r>
          </a:p>
          <a:p>
            <a:pPr marL="342900" indent="-285750">
              <a:buChar char="•"/>
            </a:pPr>
            <a:r>
              <a:rPr lang="pt-BR" sz="2200"/>
              <a:t>O factory consulta o cache antes de criar um novo tipo</a:t>
            </a:r>
          </a:p>
          <a:endParaRPr lang="pt-BR" sz="2200"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457200" y="274638"/>
            <a:ext cx="8229600" cy="914400"/>
          </a:xfrm>
        </p:spPr>
        <p:txBody>
          <a:bodyPr/>
          <a:lstStyle/>
          <a:p>
            <a:r>
              <a:rPr lang="pt-BR" sz="2800" b="1"/>
              <a:t>Flyweight: Consequences e codigo</a:t>
            </a:r>
            <a:endParaRPr lang="pt-BR" sz="2800"/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>
            <a:off x="685800" y="1417320"/>
            <a:ext cx="8458200" cy="4267200"/>
          </a:xfrm>
        </p:spPr>
        <p:txBody>
          <a:bodyPr wrap="square"/>
          <a:lstStyle/>
          <a:p>
            <a:pPr marL="342900" indent="-285750">
              <a:buChar char="•"/>
            </a:pPr>
            <a:r>
              <a:rPr lang="pt-BR" sz="2200"/>
              <a:t>Reduz duplicacao e uso de memoria</a:t>
            </a:r>
          </a:p>
          <a:p>
            <a:pPr marL="342900" indent="-285750">
              <a:buChar char="•"/>
            </a:pPr>
            <a:r>
              <a:rPr lang="pt-BR" sz="2200"/>
              <a:t>Centraliza o estado compartilhado</a:t>
            </a:r>
          </a:p>
          <a:p>
            <a:pPr marL="342900" indent="-285750">
              <a:buChar char="•"/>
            </a:pPr>
            <a:r>
              <a:rPr lang="pt-BR" sz="2200"/>
              <a:t>Exige separar bem o que e intrinseco e extrinseco</a:t>
            </a:r>
          </a:p>
          <a:p>
            <a:pPr marL="342900" indent="-285750">
              <a:buChar char="•"/>
            </a:pPr>
            <a:r>
              <a:rPr lang="pt-BR" sz="2200"/>
              <a:t>Demo: count() do factory menor que o total de tickets</a:t>
            </a:r>
          </a:p>
          <a:endParaRPr lang="pt-BR" sz="2200"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457200" y="274638"/>
            <a:ext cx="8229600" cy="914400"/>
          </a:xfrm>
        </p:spPr>
        <p:txBody>
          <a:bodyPr/>
          <a:lstStyle/>
          <a:p>
            <a:r>
              <a:rPr lang="pt-BR" sz="2800" b="1"/>
              <a:t>Roteiro da demonstracao</a:t>
            </a:r>
            <a:endParaRPr lang="pt-BR" sz="2800"/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>
            <a:off x="685800" y="1417320"/>
            <a:ext cx="8458200" cy="4267200"/>
          </a:xfrm>
        </p:spPr>
        <p:txBody>
          <a:bodyPr wrap="square"/>
          <a:lstStyle/>
          <a:p>
            <a:pPr marL="342900" indent="-285750">
              <a:buChar char="•"/>
            </a:pPr>
            <a:r>
              <a:rPr lang="pt-BR" sz="2200"/>
              <a:t>Executar primeiro chain-of-responsibility</a:t>
            </a:r>
          </a:p>
          <a:p>
            <a:pPr marL="342900" indent="-285750">
              <a:buChar char="•"/>
            </a:pPr>
            <a:r>
              <a:rPr lang="pt-BR" sz="2200"/>
              <a:t>Mostrar criacao da cadeia e encaminhamento dos tickets</a:t>
            </a:r>
          </a:p>
          <a:p>
            <a:pPr marL="342900" indent="-285750">
              <a:buChar char="•"/>
            </a:pPr>
            <a:r>
              <a:rPr lang="pt-BR" sz="2200"/>
              <a:t>Executar depois flyweight</a:t>
            </a:r>
          </a:p>
          <a:p>
            <a:pPr marL="342900" indent="-285750">
              <a:buChar char="•"/>
            </a:pPr>
            <a:r>
              <a:rPr lang="pt-BR" sz="2200"/>
              <a:t>Mostrar o cache do factory e o reuso de tipos</a:t>
            </a:r>
          </a:p>
          <a:endParaRPr lang="pt-BR" sz="2200"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457200" y="274638"/>
            <a:ext cx="8229600" cy="914400"/>
          </a:xfrm>
        </p:spPr>
        <p:txBody>
          <a:bodyPr/>
          <a:lstStyle/>
          <a:p>
            <a:r>
              <a:rPr lang="pt-BR" sz="2800" b="1"/>
              <a:t>Comparacao rapida entre os padroes</a:t>
            </a:r>
            <a:endParaRPr lang="pt-BR" sz="2800"/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>
            <a:off x="685800" y="1417320"/>
            <a:ext cx="8458200" cy="4267200"/>
          </a:xfrm>
        </p:spPr>
        <p:txBody>
          <a:bodyPr wrap="square"/>
          <a:lstStyle/>
          <a:p>
            <a:pPr marL="342900" indent="-285750">
              <a:buChar char="•"/>
            </a:pPr>
            <a:r>
              <a:rPr lang="pt-BR" sz="2200"/>
              <a:t>Chain define quem processa uma solicitacao</a:t>
            </a:r>
          </a:p>
          <a:p>
            <a:pPr marL="342900" indent="-285750">
              <a:buChar char="•"/>
            </a:pPr>
            <a:r>
              <a:rPr lang="pt-BR" sz="2200"/>
              <a:t>Flyweight define como compartilhar dados repetidos</a:t>
            </a:r>
          </a:p>
          <a:p>
            <a:pPr marL="342900" indent="-285750">
              <a:buChar char="•"/>
            </a:pPr>
            <a:r>
              <a:rPr lang="pt-BR" sz="2200"/>
              <a:t>O primeiro foca em fluxo e encaminhamento</a:t>
            </a:r>
          </a:p>
          <a:p>
            <a:pPr marL="342900" indent="-285750">
              <a:buChar char="•"/>
            </a:pPr>
            <a:r>
              <a:rPr lang="pt-BR" sz="2200"/>
              <a:t>O segundo foca em economia de recursos e reuso</a:t>
            </a:r>
          </a:p>
          <a:endParaRPr lang="pt-BR" sz="2200"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457200" y="274638"/>
            <a:ext cx="8229600" cy="914400"/>
          </a:xfrm>
        </p:spPr>
        <p:txBody>
          <a:bodyPr/>
          <a:lstStyle/>
          <a:p>
            <a:r>
              <a:rPr lang="pt-BR" sz="2800" b="1"/>
              <a:t>Encerramento e divisao da fala</a:t>
            </a:r>
            <a:endParaRPr lang="pt-BR" sz="2800"/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>
            <a:off x="685800" y="1417320"/>
            <a:ext cx="8458200" cy="4267200"/>
          </a:xfrm>
        </p:spPr>
        <p:txBody>
          <a:bodyPr wrap="square"/>
          <a:lstStyle/>
          <a:p>
            <a:pPr marL="342900" indent="-285750">
              <a:buChar char="•"/>
            </a:pPr>
            <a:r>
              <a:rPr lang="pt-BR" sz="2200"/>
              <a:t>Integrante 1: abertura, motivacao e aplicabilidade do Chain</a:t>
            </a:r>
          </a:p>
          <a:p>
            <a:pPr marL="342900" indent="-285750">
              <a:buChar char="•"/>
            </a:pPr>
            <a:r>
              <a:rPr lang="pt-BR" sz="2200"/>
              <a:t>Integrante 2: estrutura, participantes e consequencias do Chain</a:t>
            </a:r>
          </a:p>
          <a:p>
            <a:pPr marL="342900" indent="-285750">
              <a:buChar char="•"/>
            </a:pPr>
            <a:r>
              <a:rPr lang="pt-BR" sz="2200"/>
              <a:t>Integrante 3: Flyweight</a:t>
            </a:r>
          </a:p>
          <a:p>
            <a:pPr marL="342900" indent="-285750">
              <a:buChar char="•"/>
            </a:pPr>
            <a:r>
              <a:rPr lang="pt-BR" sz="2200"/>
              <a:t>Integrante 4: demo, comparacao final e perguntas</a:t>
            </a:r>
          </a:p>
          <a:endParaRPr lang="pt-BR" sz="2200"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Simples">
  <a:themeElements>
    <a:clrScheme name="Codex">
      <a:dk1>
        <a:srgbClr val="111827"/>
      </a:dk1>
      <a:lt1>
        <a:srgbClr val="FFFFFF"/>
      </a:lt1>
      <a:dk2>
        <a:srgbClr val="1F2937"/>
      </a:dk2>
      <a:lt2>
        <a:srgbClr val="F8FAFC"/>
      </a:lt2>
      <a:accent1>
        <a:srgbClr val="0F172A"/>
      </a:accent1>
      <a:accent2>
        <a:srgbClr val="1D4ED8"/>
      </a:accent2>
      <a:accent3>
        <a:srgbClr val="0F766E"/>
      </a:accent3>
      <a:accent4>
        <a:srgbClr val="B45309"/>
      </a:accent4>
      <a:accent5>
        <a:srgbClr val="7C3AED"/>
      </a:accent5>
      <a:accent6>
        <a:srgbClr val="BE185D"/>
      </a:accent6>
      <a:hlink>
        <a:srgbClr val="2563EB"/>
      </a:hlink>
      <a:folHlink>
        <a:srgbClr val="7C3AED"/>
      </a:folHlink>
    </a:clrScheme>
    <a:fontScheme name="CodexFont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CodexFormats">
      <a:fillStyleLst>
        <a:solidFill>
          <a:schemeClr val="lt1"/>
        </a:solidFill>
        <a:solidFill>
          <a:schemeClr val="accent1"/>
        </a:solidFill>
        <a:solidFill>
          <a:schemeClr val="accent2"/>
        </a:solidFill>
      </a:fillStyleLst>
      <a:lnStyleLst>
        <a:ln w="9525">
          <a:solidFill>
            <a:schemeClr val="accent1"/>
          </a:solidFill>
        </a:ln>
        <a:ln w="25400">
          <a:solidFill>
            <a:schemeClr val="accent2"/>
          </a:solidFill>
        </a:ln>
        <a:ln w="38100">
          <a:solidFill>
            <a:schemeClr val="accent3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accent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Tela</PresentationFormat>
  <Slides>10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10</vt:i4>
      </vt:variant>
    </vt:vector>
  </HeadingPairs>
  <TitlesOfParts>
    <vt:vector size="10" baseType="lpstr">
      <vt:lpstr>Apresentacao de Padroes</vt:lpstr>
      <vt:lpstr>Chain of Responsibility: Motivation e Applicability</vt:lpstr>
      <vt:lpstr>Chain of Responsibility: Structure, Participants e Collaborations</vt:lpstr>
      <vt:lpstr>Chain of Responsibility: Consequences e codigo</vt:lpstr>
      <vt:lpstr>Flyweight: Motivation e Applicability</vt:lpstr>
      <vt:lpstr>Flyweight: Structure, Participants e Collaborations</vt:lpstr>
      <vt:lpstr>Flyweight: Consequences e codigo</vt:lpstr>
      <vt:lpstr>Roteiro da demonstracao</vt:lpstr>
      <vt:lpstr>Comparacao rapida entre os padroes</vt:lpstr>
      <vt:lpstr>Encerramento e divisao da fala</vt:lpstr>
    </vt:vector>
  </TitlesOfParts>
  <Company>UFRN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Apresentacao de Padroes</dc:title>
  <dc:subject>Chain of Responsibility e Flyweight</dc:subject>
  <dc:creator>Codex</dc:creator>
  <cp:keywords>padroes, chain of responsibility, flyweight</cp:keywords>
  <dc:description>Apresentacao sobre padroes de projeto com exemplos em Java.</dc:description>
  <cp:lastModifiedBy>Codex</cp:lastModifiedBy>
  <dcterms:created xsi:type="dcterms:W3CDTF">2026-04-30T00:00:00Z</dcterms:created>
  <dcterms:modified xsi:type="dcterms:W3CDTF">2026-04-30T00:00:00Z</dcterms:modified>
</cp:coreProperties>
</file>